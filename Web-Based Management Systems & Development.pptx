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D18348-292A-41A4-B5B8-E5FA9F1B631B}">
  <a:tblStyle styleId="{ADD18348-292A-41A4-B5B8-E5FA9F1B63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2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287" y="2118419"/>
            <a:ext cx="30194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65408" y="2680394"/>
            <a:ext cx="9461182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Web-Based Management Systems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&amp; Development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90750" y="4053780"/>
            <a:ext cx="7810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comprehensive overview of full-stack web application architecture, system design principles, and modern engineering practices.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155507" y="2043112"/>
            <a:ext cx="788098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 &amp; Fundamentals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0" y="316706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157412" y="3433762"/>
            <a:ext cx="7877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how data, servers, and interfaces connect in enterprise systems.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8381"/>
            <a:ext cx="5381625" cy="3043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88381"/>
            <a:ext cx="5381625" cy="304323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66775" y="2583656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a Web Management System?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2993231"/>
            <a:ext cx="4791075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web-based management system is a software platform accessed via browsers that centralizes data handling, automates business workflows, and provides real-time administrative oversight.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6775" y="4079081"/>
            <a:ext cx="47910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Unlike traditional static websites, management platforms rely heavily on state management, authentication, role-based access control, and dynamic data processing.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534150" y="2583656"/>
            <a:ext cx="503062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Enterprise Advantages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534150" y="2993231"/>
            <a:ext cx="4791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Universal Access: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Zero client installation needed; operates seamlessly across platforms and operating systems.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534150" y="3593306"/>
            <a:ext cx="479107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Logic: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Updates, security patches, and database migrations are deployed once on servers and available instantly.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34150" y="4436268"/>
            <a:ext cx="47910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Scalability: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Cloud-native hosting enables dynamic resource scaling based on concurrency demand.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Web Management Systems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476250"/>
            <a:ext cx="58007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3-Tier System Architecture</a:t>
            </a:r>
            <a:endParaRPr/>
          </a:p>
        </p:txBody>
      </p:sp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1238250"/>
            <a:ext cx="5800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Structured Separation of Concerns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1647825"/>
            <a:ext cx="55245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Presentation Tier: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Interactive client interface built with modern HTML5, CSS3, and JS framework runtimes.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318146"/>
            <a:ext cx="55245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Application Tier: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Server backend handling authorization, API routing, transaction management, and core business rules.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988468"/>
            <a:ext cx="5524500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 Tier: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Relational and NoSQL persistence layers maintaining structural integrity and high-throughput query caching.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1243"/>
            <a:ext cx="3524250" cy="2957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31243"/>
            <a:ext cx="3524250" cy="2957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331243"/>
            <a:ext cx="3524250" cy="2957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6074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847725" y="3274218"/>
            <a:ext cx="31203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 Layer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847725" y="3683793"/>
            <a:ext cx="2971800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Delivers reactive user interfaces using frameworks like React or Next.js. Focuses on component reusability, state synchronization, and DOM efficiency.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26074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4610100" y="3274218"/>
            <a:ext cx="31203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 Runtime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610100" y="3683793"/>
            <a:ext cx="29718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Powers business logic via Node.js, Python, or Java. Exposes RESTful or GraphQL endpoints and manages server-side security checks.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2475" y="260746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8372475" y="3274218"/>
            <a:ext cx="31203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Database System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372475" y="3683793"/>
            <a:ext cx="29718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Stores transactional records in PostgreSQL or MySQL, while utilizing Redis or MongoDB for fast caching and unstructured document storage.</a:t>
            </a:r>
            <a:endParaRPr/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7262" y="273129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05350" y="273129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0587" y="2731293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Tech Stack Components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3225641" y="2043112"/>
            <a:ext cx="574071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Lifecycle &amp; Standards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0" y="3167062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2614612" y="3433762"/>
            <a:ext cx="69627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Best practices for building maintainable, scalable, and secure software.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48125"/>
            <a:ext cx="254124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295525"/>
            <a:ext cx="254124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048125"/>
            <a:ext cx="254124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295525"/>
            <a:ext cx="2541240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571500" y="3795712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697992" y="4229100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Analysis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52475" y="4543425"/>
            <a:ext cx="2179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Gather business rules, map user roles, and outline technical scope.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3533912" y="2476500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System Design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588394" y="2790825"/>
            <a:ext cx="21792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Create database schemas, wireframes, and API contract specifications.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369832" y="4229100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Execution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424314" y="4543425"/>
            <a:ext cx="21792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Agile sprint development, component coding, and unit testing.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205752" y="2476500"/>
            <a:ext cx="228825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CI/CD Launch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260234" y="2790825"/>
            <a:ext cx="217929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security scans, integration testing, and cloud deployment.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1756395" y="37242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592315" y="37242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7428234" y="37242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10264154" y="3724275"/>
            <a:ext cx="171450" cy="1714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 Lifecycle Roadmap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2705100"/>
            <a:ext cx="53816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&lt;200ms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848100"/>
            <a:ext cx="5381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Interaction to Next Paint (INP)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238875" y="2705100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as a Core Requirement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238875" y="3114675"/>
            <a:ext cx="5381625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 management systems require instant responsiveness. High latency directly hinders operational efficiency and causes user fatigue during daily tasks.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238875" y="3957637"/>
            <a:ext cx="538162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LCP Target (&lt;2.5s):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Main dashboard elements must load rapidly.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238875" y="4314825"/>
            <a:ext cx="53816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CLS Target (&lt;0.1):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Visual layout stability prevents accidental clicks during data entry.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Web Vitals Performance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3" name="Google Shape;193;p21"/>
          <p:cNvGraphicFramePr/>
          <p:nvPr/>
        </p:nvGraphicFramePr>
        <p:xfrm>
          <a:off x="571500" y="22621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{ADD18348-292A-41A4-B5B8-E5FA9F1B631B}</a:tableStyleId>
              </a:tblPr>
              <a:tblGrid>
                <a:gridCol w="1631300"/>
                <a:gridCol w="3448500"/>
                <a:gridCol w="2721025"/>
                <a:gridCol w="3229125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Primary Advantage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Best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Key Consideration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Client-Side (CSR)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Rich interactivity after initial bundle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Internal Admin Dashboards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Higher initial load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Server-Side (SSR)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 initial page paint &amp; dynamic data rendering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Content &amp; Data Portals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Increased server infrastructure CPU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Site (SSG)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Maximum performance &amp; cheap edge hosting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Documentation &amp; Knowledge Bases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Requires rebuilds for dynamic data updates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Edge / Hybrid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Sub-50ms global response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Global Enterprise Systems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deployment pipelines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21"/>
          <p:cNvSpPr/>
          <p:nvPr/>
        </p:nvSpPr>
        <p:spPr>
          <a:xfrm>
            <a:off x="581025" y="2805112"/>
            <a:ext cx="1631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212330" y="2805112"/>
            <a:ext cx="3448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660826" y="2805112"/>
            <a:ext cx="27210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8381851" y="2805112"/>
            <a:ext cx="3229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81025" y="3333750"/>
            <a:ext cx="1631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212330" y="3333750"/>
            <a:ext cx="3448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660826" y="3333750"/>
            <a:ext cx="27210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381851" y="3333750"/>
            <a:ext cx="3229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81025" y="4076700"/>
            <a:ext cx="1631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2212330" y="4076700"/>
            <a:ext cx="3448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660826" y="4076700"/>
            <a:ext cx="27210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8381851" y="4076700"/>
            <a:ext cx="3229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81025" y="4819650"/>
            <a:ext cx="1631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212330" y="4819650"/>
            <a:ext cx="34484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660826" y="4819650"/>
            <a:ext cx="27210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381851" y="4819650"/>
            <a:ext cx="3229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Rendering Architecture Models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1762125" y="2616993"/>
            <a:ext cx="9096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Role-Based Access Control (RBAC):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Enforce fine-grained user permissions at both frontend UI route guards and backend API authorization middleware.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762125" y="3274218"/>
            <a:ext cx="9096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 Top 10 Defense: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 parameterized SQL queries to prevent injection attacks and enforce Content Security Policies (CSP) against XSS.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762125" y="3931443"/>
            <a:ext cx="9096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Modern Authentication: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 OAuth 2.0 / OIDC and WebAuthn for secure, multi-factor, and phishing-resistant user logins.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762125" y="4588668"/>
            <a:ext cx="9096375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 Integration: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Scan dependencies automatically for vulnerability CVEs during automated pull request builds.</a:t>
            </a:r>
            <a:endParaRPr/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4080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29803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95525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612481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Security &amp; Access Control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38250"/>
            <a:ext cx="1104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4348162"/>
            <a:ext cx="11049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Comparison of early development velocity across architectures. For early-stage and medium systems, modular monoliths offer maximum velocity with minimal operational overhead.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 Tradeoffs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1475" y="2409825"/>
            <a:ext cx="382905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295275" y="4762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164782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Thank you! Let's discuss system design, implementation strategies, or tech stack options.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9375" y="3571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3714750" y="3579018"/>
            <a:ext cx="5857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https://ebiz-images.b-cdn.net/wp-media-folder-esparkbiz/wp-content/uploads/2022/12/10-1-1.png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3714750" y="3812381"/>
            <a:ext cx="585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www.esparkinfo.com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47625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